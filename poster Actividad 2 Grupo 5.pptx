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11"/>
    <p:restoredTop sz="94703"/>
  </p:normalViewPr>
  <p:slideViewPr>
    <p:cSldViewPr snapToGrid="0">
      <p:cViewPr varScale="1">
        <p:scale>
          <a:sx n="25" d="100"/>
          <a:sy n="25" d="100"/>
        </p:scale>
        <p:origin x="30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3152" tIns="384048" rIns="73152" bIns="27432" rtlCol="0" anchor="t">
              <a:noAutofit/>
            </a:bodyPr>
            <a:lstStyle/>
            <a:p>
              <a:pPr algn="l">
                <a:lnSpc>
                  <a:spcPct val="80000"/>
                </a:lnSpc>
              </a:pPr>
              <a:r>
                <a:rPr sz="1800" b="0">
                  <a:solidFill>
                    <a:srgbClr val="000000"/>
                  </a:solidFill>
                  <a:latin typeface="Aptos"/>
                </a:rPr>
                <a:t>El RNA-seq permite comparar perfiles de expresión asociados a fenotipos metabólicos. Se planteó que Obeso1 presentaría cambios en genes de apetito, leptina y regulación energética. Objetivo: identificar genes diferencialmente expresados entre Abraham/Homer y Bart/Lisa/Maggie.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6" y="5169142"/>
            <a:ext cx="14668990" cy="1992925"/>
            <a:chOff x="207596" y="6110487"/>
            <a:chExt cx="14668990" cy="199292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3152" tIns="384048" rIns="73152" bIns="27432" rtlCol="0" anchor="t">
              <a:noAutofit/>
            </a:bodyPr>
            <a:lstStyle/>
            <a:p>
              <a:pPr algn="l">
                <a:lnSpc>
                  <a:spcPct val="80000"/>
                </a:lnSpc>
              </a:pPr>
              <a:r>
                <a:rPr sz="1800" b="0">
                  <a:solidFill>
                    <a:srgbClr val="000000"/>
                  </a:solidFill>
                  <a:latin typeface="Aptos"/>
                </a:rPr>
                <a:t>Se analizaron FASTQ simulados de RNA-seq para la comparación Obeso1 vs. Normopeso. El control de calidad mostró lecturas de 151 bp, Q medio ≈36, GC ≈46% y N=0%. Las lecturas se asignaron a genes y se construyó una matriz de conteos. Los datos se normalizaron por tamaño de biblioteca y la expresión diferencial se evaluó con log2FC, p valor y FDR. La interpretación se apoyó en volcano plot, heatmap y medias normalizadas.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207596" y="7336997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3152" tIns="27432" rIns="73152" bIns="27432" rtlCol="0" anchor="t">
              <a:noAutofit/>
            </a:bodyPr>
            <a:lstStyle/>
            <a:p>
              <a:pPr algn="l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0138B42-E335-E05D-E193-37141538289E}"/>
              </a:ext>
            </a:extLst>
          </p:cNvPr>
          <p:cNvSpPr/>
          <p:nvPr/>
        </p:nvSpPr>
        <p:spPr>
          <a:xfrm>
            <a:off x="677955" y="1320342"/>
            <a:ext cx="13763441" cy="1981203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algn="ctr"/>
            <a:r>
              <a:rPr sz="2500" b="1">
                <a:solidFill>
                  <a:srgbClr val="000000"/>
                </a:solidFill>
                <a:latin typeface="Aptos"/>
              </a:rPr>
              <a:t>Análisis de expresión diferencial de genes relacionados con la obesidad mediante RNA-seq</a:t>
            </a:r>
          </a:p>
          <a:p>
            <a:pPr algn="ctr"/>
            <a:r>
              <a:rPr sz="1900" b="0">
                <a:solidFill>
                  <a:srgbClr val="000000"/>
                </a:solidFill>
                <a:latin typeface="Aptos"/>
              </a:rPr>
              <a:t>Secuenciación y Ómicas de Próxima Generación</a:t>
            </a:r>
          </a:p>
          <a:p>
            <a:pPr algn="ctr"/>
            <a:r>
              <a:rPr sz="1800" b="0">
                <a:solidFill>
                  <a:srgbClr val="000000"/>
                </a:solidFill>
                <a:latin typeface="Aptos"/>
              </a:rPr>
              <a:t>Carlos Pérez Acuña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07596" y="17303689"/>
            <a:ext cx="9095800" cy="3844742"/>
            <a:chOff x="225181" y="17303689"/>
            <a:chExt cx="9095800" cy="384474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3152" tIns="384048" rIns="73152" bIns="27432" rtlCol="0" anchor="t">
              <a:noAutofit/>
            </a:bodyPr>
            <a:lstStyle/>
            <a:p>
              <a:pPr algn="l">
                <a:lnSpc>
                  <a:spcPct val="80000"/>
                </a:lnSpc>
              </a:pPr>
              <a:r>
                <a:rPr sz="1800" b="0">
                  <a:solidFill>
                    <a:srgbClr val="000000"/>
                  </a:solidFill>
                  <a:latin typeface="Aptos"/>
                </a:rPr>
                <a:t>Se identificaron 9 genes diferenciales. LEPR, PCSK1, POMC y SH2B1 estuvieron sobreexpresados en Obeso1, lo que sugiere cambios en señalización leptínica, saciedad y regulación energética. BDNF, LEP, CADM2, NTRK2 y MC4R se encontraron subexpresados; MC4R mostró la reducción más marcada. El patrón separa a Obeso1 del grupo Normopeso, aunque la interpretación debe considerar que los datos son simulados.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509873" y="17303689"/>
            <a:ext cx="5366712" cy="3844742"/>
            <a:chOff x="7784856" y="17303689"/>
            <a:chExt cx="710931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3152" tIns="384048" rIns="73152" bIns="27432" rtlCol="0" anchor="t">
              <a:noAutofit/>
            </a:bodyPr>
            <a:lstStyle/>
            <a:p>
              <a:pPr algn="l">
                <a:lnSpc>
                  <a:spcPct val="80000"/>
                </a:lnSpc>
              </a:pPr>
              <a:r>
                <a:rPr sz="1800" b="0">
                  <a:solidFill>
                    <a:srgbClr val="000000"/>
                  </a:solidFill>
                  <a:latin typeface="Aptos"/>
                </a:rPr>
                <a:t>Obeso1 presentó un perfil transcriptómico diferenciado frente a Normopeso. LEPR fue el gen más sobreexpresado y MC4R el más subexpresado. Los resultados apoyan la participación de genes asociados a leptina, saciedad y control neuroendocrino del apetito. Limitaciones: datos simulados, pocas réplicas y ausencia de validación experimental; se recomienda confirmar con RNA-seq real y análisis de rutas.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500673" y="8930920"/>
            <a:ext cx="1395975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3F03464F-6AD8-145A-F4F0-58880920BB73}"/>
              </a:ext>
            </a:extLst>
          </p:cNvPr>
          <p:cNvSpPr/>
          <p:nvPr/>
        </p:nvSpPr>
        <p:spPr>
          <a:xfrm>
            <a:off x="518258" y="9799765"/>
            <a:ext cx="1395975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1" name="Rectángulo redondeado 40">
            <a:extLst>
              <a:ext uri="{FF2B5EF4-FFF2-40B4-BE49-F238E27FC236}">
                <a16:creationId xmlns:a16="http://schemas.microsoft.com/office/drawing/2014/main" id="{A5674FB9-8324-DF2F-A950-34B0495EFB78}"/>
              </a:ext>
            </a:extLst>
          </p:cNvPr>
          <p:cNvSpPr/>
          <p:nvPr/>
        </p:nvSpPr>
        <p:spPr>
          <a:xfrm>
            <a:off x="518258" y="10660249"/>
            <a:ext cx="1395975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pic>
        <p:nvPicPr>
          <p:cNvPr id="1029" name="Picture 1028" descr="fig1_volca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8826336"/>
            <a:ext cx="6720840" cy="4064326"/>
          </a:xfrm>
          <a:prstGeom prst="rect">
            <a:avLst/>
          </a:prstGeom>
        </p:spPr>
      </p:pic>
      <p:pic>
        <p:nvPicPr>
          <p:cNvPr id="1030" name="Picture 1029" descr="fig2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8824242"/>
            <a:ext cx="6720840" cy="4068514"/>
          </a:xfrm>
          <a:prstGeom prst="rect">
            <a:avLst/>
          </a:prstGeom>
        </p:spPr>
      </p:pic>
      <p:pic>
        <p:nvPicPr>
          <p:cNvPr id="1031" name="Picture 1030" descr="fig3_ba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59" y="13761720"/>
            <a:ext cx="8778240" cy="2697480"/>
          </a:xfrm>
          <a:prstGeom prst="rect">
            <a:avLst/>
          </a:prstGeom>
        </p:spPr>
      </p:pic>
      <p:sp>
        <p:nvSpPr>
          <p:cNvPr id="1032" name="TextBox 1031"/>
          <p:cNvSpPr txBox="1"/>
          <p:nvPr/>
        </p:nvSpPr>
        <p:spPr>
          <a:xfrm>
            <a:off x="502920" y="12938760"/>
            <a:ext cx="672084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Figura 1. Volcano plot: genes sobre/subexpresados en Obeso1.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7635240" y="12938760"/>
            <a:ext cx="672084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Figura 2. Heatmap: expresión por gen y muestra.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1051560" y="16504920"/>
            <a:ext cx="1289304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Figura 3. Promedios normalizados por grupo.</a:t>
            </a:r>
          </a:p>
        </p:txBody>
      </p:sp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E95016-93A9-4903-BA02-7A05B5939C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8B5577-5CCE-4E9D-BDFA-952900719EE2}">
  <ds:schemaRefs>
    <ds:schemaRef ds:uri="http://schemas.microsoft.com/office/2006/metadata/properties"/>
    <ds:schemaRef ds:uri="http://schemas.microsoft.com/office/infopath/2007/PartnerControls"/>
    <ds:schemaRef ds:uri="27c1adeb-3674-457c-b08c-8a73f31b6e23"/>
    <ds:schemaRef ds:uri="0a70e875-3d35-4be2-921f-7117c31bab9b"/>
  </ds:schemaRefs>
</ds:datastoreItem>
</file>

<file path=customXml/itemProps3.xml><?xml version="1.0" encoding="utf-8"?>
<ds:datastoreItem xmlns:ds="http://schemas.openxmlformats.org/officeDocument/2006/customXml" ds:itemID="{EA933766-0056-42DC-9416-E7C06BCFC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325</Words>
  <Application>Microsoft Office PowerPoint</Application>
  <PresentationFormat>Personalizado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 de la O Pascual</dc:creator>
  <cp:lastModifiedBy>carlos alberto perez acuna</cp:lastModifiedBy>
  <cp:revision>15</cp:revision>
  <dcterms:created xsi:type="dcterms:W3CDTF">2025-04-21T10:03:24Z</dcterms:created>
  <dcterms:modified xsi:type="dcterms:W3CDTF">2026-05-24T02:42:42Z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