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11"/>
    <p:restoredTop sz="94703"/>
  </p:normalViewPr>
  <p:slideViewPr>
    <p:cSldViewPr snapToGrid="0">
      <p:cViewPr>
        <p:scale>
          <a:sx n="60" d="100"/>
          <a:sy n="60" d="100"/>
        </p:scale>
        <p:origin x="840" y="-2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 dirty="0">
                  <a:solidFill>
                    <a:schemeClr val="tx1"/>
                  </a:solidFill>
                </a:rPr>
                <a:t>La obesidad se asocia a inactividad física y a la dieta, pero en general es una condición multifactorial asociada a alteraciones metabólicas y a cambios en la regulación de múltiples genes. En este trabajo se analizaron perfiles de expresión simulados para evaluar diferencias asociadas a obesidad en personajes del universo de Los Simpson, aplicando herramientas bioinformáticas para su cuantificación, normalización e interpretación biológica.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Descripción de la metodología aplicada 4-5 líneas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Visualización de gráficos correspondientes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Análisis de expresión diferencial de genes relacionados con la obesidad mediante RNA-</a:t>
            </a:r>
            <a:r>
              <a:rPr lang="es-ES_tradnl" sz="4000" b="1" dirty="0" err="1">
                <a:solidFill>
                  <a:schemeClr val="bg1"/>
                </a:solidFill>
              </a:rPr>
              <a:t>seq</a:t>
            </a:r>
            <a:endParaRPr lang="es-ES_tradnl" sz="40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800" b="1" i="1" dirty="0">
                <a:solidFill>
                  <a:schemeClr val="bg1"/>
                </a:solidFill>
              </a:rPr>
              <a:t>Secuenciación y </a:t>
            </a:r>
            <a:r>
              <a:rPr lang="es-ES_tradnl" sz="2800" b="1" i="1" dirty="0" err="1">
                <a:solidFill>
                  <a:schemeClr val="bg1"/>
                </a:solidFill>
              </a:rPr>
              <a:t>Ómicas</a:t>
            </a:r>
            <a:r>
              <a:rPr lang="es-ES_tradnl" sz="2800" b="1" i="1" dirty="0">
                <a:solidFill>
                  <a:schemeClr val="bg1"/>
                </a:solidFill>
              </a:rPr>
              <a:t> de Próxima Generación</a:t>
            </a: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dirty="0">
                <a:solidFill>
                  <a:schemeClr val="bg1"/>
                </a:solidFill>
              </a:rPr>
              <a:t>Deivis Martínez, Carlos Pérez, Freddy Rodríguez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Interpretación de resultados, posibles relaciones si aplica, etc.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Resumen principal de hallazgos y limitaciones del análisis si aplica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930920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Descripción.</a:t>
            </a: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518258" y="9799765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Descripción.</a:t>
            </a: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518258" y="10660249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Descripción.</a:t>
            </a:r>
          </a:p>
        </p:txBody>
      </p:sp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B5577-5CCE-4E9D-BDFA-952900719EE2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146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Deivis</cp:lastModifiedBy>
  <cp:revision>16</cp:revision>
  <dcterms:created xsi:type="dcterms:W3CDTF">2025-04-21T10:03:24Z</dcterms:created>
  <dcterms:modified xsi:type="dcterms:W3CDTF">2026-05-23T15:29:58Z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